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Virtual Hospital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Smart Hospital — On-Premises Deployment with Docker, MySQL &amp; Grafana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Graduation-project-ready smart hospital platform</a:t>
            </a:r>
          </a:p>
          <a:p>
            <a:pPr>
              <a:defRPr sz="2000"/>
            </a:pPr>
            <a:r>
              <a:t>Runs entirely in a VM on a laptop (no physical server needed)</a:t>
            </a:r>
          </a:p>
          <a:p>
            <a:pPr>
              <a:defRPr sz="2000"/>
            </a:pPr>
            <a:r>
              <a:t>Containerized services: MySQL 8.0 + Grafana 10</a:t>
            </a:r>
          </a:p>
          <a:p>
            <a:pPr>
              <a:defRPr sz="2000"/>
            </a:pPr>
            <a:r>
              <a:t>Includes schema, seed data, analytics queries, and dashboard provisioning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Virtualization: VMware Workstation Player / VirtualBox</a:t>
            </a:r>
          </a:p>
          <a:p>
            <a:pPr>
              <a:defRPr sz="2000"/>
            </a:pPr>
            <a:r>
              <a:t>Guest OS: Ubuntu Server 22.04 LTS</a:t>
            </a:r>
          </a:p>
          <a:p>
            <a:pPr>
              <a:defRPr sz="2000"/>
            </a:pPr>
            <a:r>
              <a:t>Containerization: Docker + Docker Compose</a:t>
            </a:r>
          </a:p>
          <a:p>
            <a:pPr>
              <a:defRPr sz="2000"/>
            </a:pPr>
            <a:r>
              <a:t>Database: MySQL 8.0</a:t>
            </a:r>
          </a:p>
          <a:p>
            <a:pPr>
              <a:defRPr sz="2000"/>
            </a:pPr>
            <a:r>
              <a:t>Analytics/Visualization: Grafana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docker-compose.yml — orchestrates MySQL + Grafana stack</a:t>
            </a:r>
          </a:p>
          <a:p>
            <a:pPr>
              <a:defRPr sz="2000"/>
            </a:pPr>
            <a:r>
              <a:t>scripts/setup.sh — one-command environment setup</a:t>
            </a:r>
          </a:p>
          <a:p>
            <a:pPr>
              <a:defRPr sz="2000"/>
            </a:pPr>
            <a:r>
              <a:t>sql/schema.sql — relational schema (5 core tables)</a:t>
            </a:r>
          </a:p>
          <a:p>
            <a:pPr>
              <a:defRPr sz="2000"/>
            </a:pPr>
            <a:r>
              <a:t>sql/seed_data.sql — sample operational data</a:t>
            </a:r>
          </a:p>
          <a:p>
            <a:pPr>
              <a:defRPr sz="2000"/>
            </a:pPr>
            <a:r>
              <a:t>sql/queries.sql — 20+ analytical/KPI queries</a:t>
            </a:r>
          </a:p>
          <a:p>
            <a:pPr>
              <a:defRPr sz="2000"/>
            </a:pPr>
            <a:r>
              <a:t>grafana/provisioning + grafana/dashboards — auto-configured dashboard</a:t>
            </a:r>
          </a:p>
          <a:p>
            <a:pPr>
              <a:defRPr sz="2000"/>
            </a:pPr>
            <a:r>
              <a:t>docs/vm-setup.md + docs/architecture.md — deployment and design docs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Laptop → VM (Ubuntu Server) → Docker Engine</a:t>
            </a:r>
          </a:p>
          <a:p>
            <a:pPr>
              <a:defRPr sz="2000"/>
            </a:pPr>
            <a:r>
              <a:t>MySQL container exposed on port 3306</a:t>
            </a:r>
          </a:p>
          <a:p>
            <a:pPr>
              <a:defRPr sz="2000"/>
            </a:pPr>
            <a:r>
              <a:t>Grafana container exposed on port 3000</a:t>
            </a:r>
          </a:p>
          <a:p>
            <a:pPr>
              <a:defRPr sz="2000"/>
            </a:pPr>
            <a:r>
              <a:t>Grafana connects to MySQL via provisioned datasource</a:t>
            </a:r>
          </a:p>
          <a:p>
            <a:pPr>
              <a:defRPr sz="2000"/>
            </a:pPr>
            <a:r>
              <a:t>Persistent named volumes: mysql_data, grafana_data</a:t>
            </a:r>
          </a:p>
          <a:p>
            <a:pPr>
              <a:defRPr sz="2000"/>
            </a:pPr>
            <a:r>
              <a:t>Optional hybrid cloud extension for AWS S3 backup / DR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 (Hospital Domain)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patients — demographics, insurance, registration data</a:t>
            </a:r>
          </a:p>
          <a:p>
            <a:pPr>
              <a:defRPr sz="2000"/>
            </a:pPr>
            <a:r>
              <a:t>doctors — specialization, experience, branch info</a:t>
            </a:r>
          </a:p>
          <a:p>
            <a:pPr>
              <a:defRPr sz="2000"/>
            </a:pPr>
            <a:r>
              <a:t>appointments — patient-doctor scheduling and status</a:t>
            </a:r>
          </a:p>
          <a:p>
            <a:pPr>
              <a:defRPr sz="2000"/>
            </a:pPr>
            <a:r>
              <a:t>treatments — diagnosis, treatment type, medications</a:t>
            </a:r>
          </a:p>
          <a:p>
            <a:pPr>
              <a:defRPr sz="2000"/>
            </a:pPr>
            <a:r>
              <a:t>billing — amount, payment method/status, coverage</a:t>
            </a:r>
          </a:p>
          <a:p>
            <a:pPr>
              <a:defRPr sz="2000"/>
            </a:pPr>
            <a:r>
              <a:t>Foreign-key relationships enforce clinical and financial integrity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Seeded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50 patients</a:t>
            </a:r>
          </a:p>
          <a:p>
            <a:pPr>
              <a:defRPr sz="2000"/>
            </a:pPr>
            <a:r>
              <a:t>10 doctors</a:t>
            </a:r>
          </a:p>
          <a:p>
            <a:pPr>
              <a:defRPr sz="2000"/>
            </a:pPr>
            <a:r>
              <a:t>80 appointments</a:t>
            </a:r>
          </a:p>
          <a:p>
            <a:pPr>
              <a:defRPr sz="2000"/>
            </a:pPr>
            <a:r>
              <a:t>Treatments and billing records for analytics</a:t>
            </a:r>
          </a:p>
          <a:p>
            <a:pPr>
              <a:defRPr sz="2000"/>
            </a:pPr>
            <a:r>
              <a:t>Data spans multiple months to support trend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Patient analytics: demographics, age groups, insurance mix</a:t>
            </a:r>
          </a:p>
          <a:p>
            <a:pPr>
              <a:defRPr sz="2000"/>
            </a:pPr>
            <a:r>
              <a:t>Doctor analytics: specialization distribution, appointment load</a:t>
            </a:r>
          </a:p>
          <a:p>
            <a:pPr>
              <a:defRPr sz="2000"/>
            </a:pPr>
            <a:r>
              <a:t>Appointment analytics: trends, status mix, cancellation/no-show rate</a:t>
            </a:r>
          </a:p>
          <a:p>
            <a:pPr>
              <a:defRPr sz="2000"/>
            </a:pPr>
            <a:r>
              <a:t>Treatment analytics: treatment/diagnosis frequency and doctor output</a:t>
            </a:r>
          </a:p>
          <a:p>
            <a:pPr>
              <a:defRPr sz="2000"/>
            </a:pPr>
            <a:r>
              <a:t>Revenue analytics: gross/net revenue, payment behavior, top spenders</a:t>
            </a:r>
          </a:p>
          <a:p>
            <a:pPr>
              <a:defRPr sz="2000"/>
            </a:pPr>
            <a:r>
              <a:t>KPI summary query consolidates major operational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Grafana Dashboard (14 Panels)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KPI cards: total patients, doctors, appointments, treatments, revenue, avg bill</a:t>
            </a:r>
          </a:p>
          <a:p>
            <a:pPr>
              <a:defRPr sz="2000"/>
            </a:pPr>
            <a:r>
              <a:t>Trends: monthly appointments and monthly revenue</a:t>
            </a:r>
          </a:p>
          <a:p>
            <a:pPr>
              <a:defRPr sz="2000"/>
            </a:pPr>
            <a:r>
              <a:t>Operational visuals: status mix and gender distribution</a:t>
            </a:r>
          </a:p>
          <a:p>
            <a:pPr>
              <a:defRPr sz="2000"/>
            </a:pPr>
            <a:r>
              <a:t>Performance: top doctors and specialization-based revenue</a:t>
            </a:r>
          </a:p>
          <a:p>
            <a:pPr>
              <a:defRPr sz="2000"/>
            </a:pPr>
            <a:r>
              <a:t>Clinical insights: treatment type frequency</a:t>
            </a:r>
          </a:p>
          <a:p>
            <a:pPr>
              <a:defRPr sz="2000"/>
            </a:pPr>
            <a:r>
              <a:t>Operations table: recent appointments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Setup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Run: bash scripts/setup.sh</a:t>
            </a:r>
          </a:p>
          <a:p>
            <a:pPr>
              <a:defRPr sz="2000"/>
            </a:pPr>
            <a:r>
              <a:t>Validates Linux environment and installs Docker if missing</a:t>
            </a:r>
          </a:p>
          <a:p>
            <a:pPr>
              <a:defRPr sz="2000"/>
            </a:pPr>
            <a:r>
              <a:t>Starts full stack with Docker Compose</a:t>
            </a:r>
          </a:p>
          <a:p>
            <a:pPr>
              <a:defRPr sz="2000"/>
            </a:pPr>
            <a:r>
              <a:t>Waits for MySQL readiness and exposes access details</a:t>
            </a:r>
          </a:p>
          <a:p>
            <a:pPr>
              <a:defRPr sz="2000"/>
            </a:pPr>
            <a:r>
              <a:t>Provides operational commands for logs, restart, and SQL shell access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Start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t>git clone https://github.com/the3miaphysite3engineer3/Virtual-Hospital.git</a:t>
            </a:r>
            <a:br/>
            <a:r>
              <a:t>cd Virtual-Hospital</a:t>
            </a:r>
            <a:br/>
            <a:r>
              <a:t>bash scripts/setup.sh</a:t>
            </a:r>
            <a:br/>
            <a:br/>
            <a:r>
              <a:t>docker compose up -d</a:t>
            </a:r>
            <a:br/>
            <a:r>
              <a:t>docker compose logs -f</a:t>
            </a:r>
            <a:br/>
            <a:r>
              <a:t>docker compose down</a:t>
            </a:r>
            <a:br/>
            <a:br/>
            <a:r>
              <a:t>Grafana: http://&lt;VM-IP&gt;:3000</a:t>
            </a:r>
            <a:br/>
            <a:r>
              <a:t>MySQL shell: docker compose exec mysql mysql -u root -phospital_root_2024 smart_hospital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Operations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Local on-prem data residency with VM-contained storage</a:t>
            </a:r>
          </a:p>
          <a:p>
            <a:pPr>
              <a:defRPr sz="2000"/>
            </a:pPr>
            <a:r>
              <a:t>Container health checks and restart policies improve reliability</a:t>
            </a:r>
          </a:p>
          <a:p>
            <a:pPr>
              <a:defRPr sz="2000"/>
            </a:pPr>
            <a:r>
              <a:t>Named volumes preserve DB/dashboard state across restarts</a:t>
            </a:r>
          </a:p>
          <a:p>
            <a:pPr>
              <a:defRPr sz="2000"/>
            </a:pPr>
            <a:r>
              <a:t>Hybrid cloud backup option (S3 + cron) for resilience</a:t>
            </a:r>
          </a:p>
          <a:p>
            <a:pPr>
              <a:defRPr sz="2000"/>
            </a:pPr>
            <a:r>
              <a:t>Can be extended with alerts, RBAC, and stricter secret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Value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Demonstrates full DevOps + data analytics workflow end-to-end</a:t>
            </a:r>
          </a:p>
          <a:p>
            <a:pPr>
              <a:defRPr sz="2000"/>
            </a:pPr>
            <a:r>
              <a:t>Strong foundation for academic demos and practical deployment labs</a:t>
            </a:r>
          </a:p>
          <a:p>
            <a:pPr>
              <a:defRPr sz="2000"/>
            </a:pPr>
            <a:r>
              <a:t>Future scope: app/API layer, role-based auth, CI/CD automation</a:t>
            </a:r>
          </a:p>
          <a:p>
            <a:pPr>
              <a:defRPr sz="2000"/>
            </a:pPr>
            <a:r>
              <a:t>Future scope: ETL, anomaly detection, and predictive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